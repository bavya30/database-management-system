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SMART WATER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A Smart Solution for Sustainable Water Use in Colleges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058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 b="0"/>
            </a:pPr>
            <a:r>
              <a:t>💧 Problem: Water wastage due to leaks, overflow and inefficient usage.</a:t>
            </a:r>
          </a:p>
          <a:p>
            <a:pPr>
              <a:spcAft>
                <a:spcPts val="1800"/>
              </a:spcAft>
              <a:defRPr sz="1900" b="0"/>
            </a:pPr>
            <a:r>
              <a:t>📡 Solution: IoT sensors monitor water levels, flow and usage in real time.</a:t>
            </a:r>
          </a:p>
          <a:p>
            <a:pPr>
              <a:spcAft>
                <a:spcPts val="1800"/>
              </a:spcAft>
              <a:defRPr sz="1900" b="0"/>
            </a:pPr>
            <a:r>
              <a:t>📊 Goal: Reduce water wastage through data-based monitoring and alerts.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Domain: Water Systems   |   Focus: Sustainability &amp; Smart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&amp; SYSTEM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/>
            </a:pPr>
            <a:r>
              <a:t>Problem: Water is wasted through leakages, tank overflow, unnecessary usage and inefficient irrigation.</a:t>
            </a:r>
          </a:p>
          <a:p>
            <a:pPr>
              <a:spcAft>
                <a:spcPts val="1000"/>
              </a:spcAft>
              <a:defRPr sz="1800" b="1"/>
            </a:pPr>
            <a:r>
              <a:t>Context: College water tanks, washrooms, gardens, canteens and other high-use areas.</a:t>
            </a:r>
          </a:p>
          <a:p>
            <a:pPr>
              <a:spcAft>
                <a:spcPts val="1000"/>
              </a:spcAft>
              <a:defRPr sz="1800" b="1"/>
            </a:pPr>
            <a:r>
              <a:t>Current gaps:</a:t>
            </a:r>
          </a:p>
          <a:p>
            <a:pPr>
              <a:spcAft>
                <a:spcPts val="1000"/>
              </a:spcAft>
              <a:defRPr sz="1700"/>
            </a:pPr>
            <a:r>
              <a:t>• Manual tank checking</a:t>
            </a:r>
          </a:p>
          <a:p>
            <a:pPr>
              <a:spcAft>
                <a:spcPts val="1000"/>
              </a:spcAft>
              <a:defRPr sz="1700"/>
            </a:pPr>
            <a:r>
              <a:t>• Leaks may remain unnoticed</a:t>
            </a:r>
          </a:p>
          <a:p>
            <a:pPr>
              <a:spcAft>
                <a:spcPts val="1000"/>
              </a:spcAft>
              <a:defRPr sz="1700"/>
            </a:pPr>
            <a:r>
              <a:t>• No continuous consumption monitoring</a:t>
            </a:r>
          </a:p>
          <a:p>
            <a:pPr>
              <a:spcAft>
                <a:spcPts val="1000"/>
              </a:spcAft>
              <a:defRPr sz="1700"/>
            </a:pPr>
            <a:r>
              <a:t>• Limited area-wise water usage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PROPOSED SMART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IoT-based system for monitoring and managing campus water usage.</a:t>
            </a:r>
          </a:p>
          <a:p>
            <a:pPr>
              <a:spcAft>
                <a:spcPts val="1000"/>
              </a:spcAft>
              <a:defRPr sz="1800" b="1"/>
            </a:pPr>
            <a:r>
              <a:t>Main components:</a:t>
            </a:r>
          </a:p>
          <a:p>
            <a:pPr>
              <a:spcAft>
                <a:spcPts val="1000"/>
              </a:spcAft>
              <a:defRPr sz="1700"/>
            </a:pPr>
            <a:r>
              <a:t>• Water-level sensors → monitor tanks and prevent overflow</a:t>
            </a:r>
          </a:p>
          <a:p>
            <a:pPr>
              <a:spcAft>
                <a:spcPts val="1000"/>
              </a:spcAft>
              <a:defRPr sz="1700"/>
            </a:pPr>
            <a:r>
              <a:t>• Flow sensors → measure area-wise water consumption</a:t>
            </a:r>
          </a:p>
          <a:p>
            <a:pPr>
              <a:spcAft>
                <a:spcPts val="1000"/>
              </a:spcAft>
              <a:defRPr sz="1700"/>
            </a:pPr>
            <a:r>
              <a:t>• Leak detection → identify unusual continuous flow</a:t>
            </a:r>
          </a:p>
          <a:p>
            <a:pPr>
              <a:spcAft>
                <a:spcPts val="1000"/>
              </a:spcAft>
              <a:defRPr sz="1700"/>
            </a:pPr>
            <a:r>
              <a:t>• Soil-moisture sensors → support smart garden irrigation</a:t>
            </a:r>
          </a:p>
          <a:p>
            <a:pPr>
              <a:spcAft>
                <a:spcPts val="1000"/>
              </a:spcAft>
              <a:defRPr sz="1700"/>
            </a:pPr>
            <a:r>
              <a:t>• Central dashboard → display usage, trends and alerts</a:t>
            </a:r>
          </a:p>
          <a:p>
            <a:pPr>
              <a:spcAft>
                <a:spcPts val="1000"/>
              </a:spcAft>
              <a:defRPr sz="1800"/>
            </a:pPr>
            <a:r>
              <a:t>System flow: Sensors → Data Collection → Processing → Dashboard → Alert →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DATA FLOW &amp; 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/>
            </a:pPr>
            <a:r>
              <a:t>Data collected: tank level, water flow, soil moisture, time and location of usage.</a:t>
            </a:r>
          </a:p>
          <a:p>
            <a:pPr>
              <a:spcAft>
                <a:spcPts val="1000"/>
              </a:spcAft>
              <a:defRPr sz="1800" b="1"/>
            </a:pPr>
            <a:r>
              <a:t>Data enables: consumption tracking, leakage detection, tank monitoring and irrigation decisions.</a:t>
            </a:r>
          </a:p>
          <a:p>
            <a:pPr>
              <a:spcAft>
                <a:spcPts val="1000"/>
              </a:spcAft>
              <a:defRPr sz="1800" b="1"/>
            </a:pPr>
            <a:r>
              <a:t>Key decisions:</a:t>
            </a:r>
          </a:p>
          <a:p>
            <a:pPr>
              <a:spcAft>
                <a:spcPts val="1000"/>
              </a:spcAft>
              <a:defRPr sz="1700"/>
            </a:pPr>
            <a:r>
              <a:t>• Low tank → refill alert</a:t>
            </a:r>
          </a:p>
          <a:p>
            <a:pPr>
              <a:spcAft>
                <a:spcPts val="1000"/>
              </a:spcAft>
              <a:defRPr sz="1700"/>
            </a:pPr>
            <a:r>
              <a:t>• High tank → stop pump / prevent overflow</a:t>
            </a:r>
          </a:p>
          <a:p>
            <a:pPr>
              <a:spcAft>
                <a:spcPts val="1000"/>
              </a:spcAft>
              <a:defRPr sz="1700"/>
            </a:pPr>
            <a:r>
              <a:t>• Unusual flow → inspect for leakage</a:t>
            </a:r>
          </a:p>
          <a:p>
            <a:pPr>
              <a:spcAft>
                <a:spcPts val="1000"/>
              </a:spcAft>
              <a:defRPr sz="1700"/>
            </a:pPr>
            <a:r>
              <a:t>• High soil moisture → avoid unnecessary irrigation</a:t>
            </a:r>
          </a:p>
          <a:p>
            <a:pPr>
              <a:spcAft>
                <a:spcPts val="1000"/>
              </a:spcAft>
              <a:defRPr sz="1800" b="1"/>
            </a:pPr>
            <a:r>
              <a:t>Expected impact: reduced water wastage, faster maintenance, efficient irrigation and evidence-based campus management.</a:t>
            </a:r>
          </a:p>
          <a:p>
            <a:pPr>
              <a:spcAft>
                <a:spcPts val="1000"/>
              </a:spcAft>
              <a:defRPr sz="1800" b="1"/>
            </a:pPr>
            <a:r>
              <a:t>Beneficiaries: Students • Maintenance Staff • Campus Management • Environment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